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nva Sans Bold" charset="1" panose="020B08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031" y="-189308"/>
            <a:ext cx="18546062" cy="10476308"/>
          </a:xfrm>
          <a:custGeom>
            <a:avLst/>
            <a:gdLst/>
            <a:ahLst/>
            <a:cxnLst/>
            <a:rect r="r" b="b" t="t" l="l"/>
            <a:pathLst>
              <a:path h="10476308" w="18546062">
                <a:moveTo>
                  <a:pt x="0" y="0"/>
                </a:moveTo>
                <a:lnTo>
                  <a:pt x="18546062" y="0"/>
                </a:lnTo>
                <a:lnTo>
                  <a:pt x="18546062" y="10476308"/>
                </a:lnTo>
                <a:lnTo>
                  <a:pt x="0" y="10476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591" r="0" b="-394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39709" y="0"/>
            <a:ext cx="3601448" cy="11315700"/>
          </a:xfrm>
          <a:custGeom>
            <a:avLst/>
            <a:gdLst/>
            <a:ahLst/>
            <a:cxnLst/>
            <a:rect r="r" b="b" t="t" l="l"/>
            <a:pathLst>
              <a:path h="11315700" w="3601448">
                <a:moveTo>
                  <a:pt x="0" y="0"/>
                </a:moveTo>
                <a:lnTo>
                  <a:pt x="3601449" y="0"/>
                </a:lnTo>
                <a:lnTo>
                  <a:pt x="3601449" y="11315700"/>
                </a:lnTo>
                <a:lnTo>
                  <a:pt x="0" y="1131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34" t="0" r="-1901" b="-56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4289259" cy="11315700"/>
          </a:xfrm>
          <a:custGeom>
            <a:avLst/>
            <a:gdLst/>
            <a:ahLst/>
            <a:cxnLst/>
            <a:rect r="r" b="b" t="t" l="l"/>
            <a:pathLst>
              <a:path h="11315700" w="4289259">
                <a:moveTo>
                  <a:pt x="0" y="0"/>
                </a:moveTo>
                <a:lnTo>
                  <a:pt x="4289259" y="0"/>
                </a:lnTo>
                <a:lnTo>
                  <a:pt x="4289259" y="11315700"/>
                </a:lnTo>
                <a:lnTo>
                  <a:pt x="0" y="1131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" t="0" r="-2" b="-908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29031" y="3460115"/>
            <a:ext cx="182880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Digital Literacy Awarness Infographic: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9077" y="0"/>
            <a:ext cx="19654313" cy="11729501"/>
          </a:xfrm>
          <a:custGeom>
            <a:avLst/>
            <a:gdLst/>
            <a:ahLst/>
            <a:cxnLst/>
            <a:rect r="r" b="b" t="t" l="l"/>
            <a:pathLst>
              <a:path h="11729501" w="19654313">
                <a:moveTo>
                  <a:pt x="0" y="0"/>
                </a:moveTo>
                <a:lnTo>
                  <a:pt x="19654312" y="0"/>
                </a:lnTo>
                <a:lnTo>
                  <a:pt x="19654312" y="11729501"/>
                </a:lnTo>
                <a:lnTo>
                  <a:pt x="0" y="1172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359" r="0" b="-473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084395"/>
            <a:ext cx="18288000" cy="398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&gt; Digital literacy is the ability to effectively find, </a:t>
            </a: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evaluate, create, and communicate information using digital technologies.</a:t>
            </a:r>
          </a:p>
          <a:p>
            <a:pPr algn="l" marL="820537" indent="-410269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Using apps and device easily.</a:t>
            </a:r>
          </a:p>
          <a:p>
            <a:pPr algn="l" marL="820537" indent="-410269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Spotting lies or scams online.</a:t>
            </a:r>
          </a:p>
          <a:p>
            <a:pPr algn="l" marL="820537" indent="-410269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Keeping our info private.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754766"/>
            <a:ext cx="74862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digital literacy?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1172773"/>
          </a:xfrm>
          <a:custGeom>
            <a:avLst/>
            <a:gdLst/>
            <a:ahLst/>
            <a:cxnLst/>
            <a:rect r="r" b="b" t="t" l="l"/>
            <a:pathLst>
              <a:path h="11172773" w="18288000">
                <a:moveTo>
                  <a:pt x="0" y="0"/>
                </a:moveTo>
                <a:lnTo>
                  <a:pt x="18288000" y="0"/>
                </a:lnTo>
                <a:lnTo>
                  <a:pt x="18288000" y="11172773"/>
                </a:lnTo>
                <a:lnTo>
                  <a:pt x="0" y="1117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134" r="0" b="-1024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25" y="721277"/>
            <a:ext cx="97226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Professional Online Presence?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968" y="1766070"/>
            <a:ext cx="15041960" cy="331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537" indent="-410269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Share helpful posts or ideas on professional sites, but avoid </a:t>
            </a:r>
          </a:p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silly or private stuffs.</a:t>
            </a:r>
          </a:p>
          <a:p>
            <a:pPr algn="l" marL="820537" indent="-410269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Check what shows up when someone Googles your name -</a:t>
            </a:r>
          </a:p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fix anything bad.</a:t>
            </a:r>
          </a:p>
          <a:p>
            <a:pPr algn="l" marL="820537" indent="-410269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It also boosts job chances.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9222" y="0"/>
            <a:ext cx="18627222" cy="10585668"/>
          </a:xfrm>
          <a:custGeom>
            <a:avLst/>
            <a:gdLst/>
            <a:ahLst/>
            <a:cxnLst/>
            <a:rect r="r" b="b" t="t" l="l"/>
            <a:pathLst>
              <a:path h="10585668" w="18627222">
                <a:moveTo>
                  <a:pt x="0" y="0"/>
                </a:moveTo>
                <a:lnTo>
                  <a:pt x="18627222" y="0"/>
                </a:lnTo>
                <a:lnTo>
                  <a:pt x="18627222" y="10585668"/>
                </a:lnTo>
                <a:lnTo>
                  <a:pt x="0" y="1058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838" r="0" b="-150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46803"/>
            <a:ext cx="78399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 Internet Practices?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863484"/>
            <a:ext cx="14126369" cy="398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Simple habits to stay protected while using the web, like </a:t>
            </a:r>
          </a:p>
          <a:p>
            <a:pPr algn="just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avoiding scams and guarding personal info.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helps everyone browse without worry or harm.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Don’t share passwords, Use strong passwords.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Never share private details like addresses or bank info</a:t>
            </a:r>
          </a:p>
          <a:p>
            <a:pPr algn="just">
              <a:lnSpc>
                <a:spcPts val="5320"/>
              </a:lnSpc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with strangers online.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3245" y="-247615"/>
            <a:ext cx="19914490" cy="13947492"/>
          </a:xfrm>
          <a:custGeom>
            <a:avLst/>
            <a:gdLst/>
            <a:ahLst/>
            <a:cxnLst/>
            <a:rect r="r" b="b" t="t" l="l"/>
            <a:pathLst>
              <a:path h="13947492" w="19914490">
                <a:moveTo>
                  <a:pt x="0" y="0"/>
                </a:moveTo>
                <a:lnTo>
                  <a:pt x="19914490" y="0"/>
                </a:lnTo>
                <a:lnTo>
                  <a:pt x="19914490" y="13947492"/>
                </a:lnTo>
                <a:lnTo>
                  <a:pt x="0" y="13947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311" r="0" b="-5661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933450"/>
            <a:ext cx="42722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Useful Tools?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001481"/>
            <a:ext cx="7921328" cy="33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Canva (Design) 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Docs (Collaboration) 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(Projects)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LinkedIn (Professional profile)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Drive (Share and edit)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DAHFDUg42Cs</dc:identifier>
  <dcterms:modified xsi:type="dcterms:W3CDTF">2011-08-01T06:04:30Z</dcterms:modified>
  <cp:revision>1</cp:revision>
  <dc:title>Add a heading</dc:title>
</cp:coreProperties>
</file>